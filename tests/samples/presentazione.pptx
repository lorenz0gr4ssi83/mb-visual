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Presentazione di prova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MB Visual - collaudo 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Punti principali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Apertura di qualsiasi file</a:t>
            </a:r>
          </a:p>
          <a:p>
            <a:r>
              <a:t>Modifica dei testi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Casella di testo libera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